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0"/>
            <a:ext cx="82296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400">
                <a:solidFill>
                  <a:srgbClr val="FFFFFF"/>
                </a:solidFill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C8C8C8"/>
                </a:solidFill>
              </a:defRPr>
            </a:pPr>
            <a:r>
              <a:t>- Title: AVS Billing App</a:t>
            </a:r>
          </a:p>
          <a:p>
            <a:pPr>
              <a:defRPr sz="1800">
                <a:solidFill>
                  <a:srgbClr val="C8C8C8"/>
                </a:solidFill>
              </a:defRPr>
            </a:pPr>
            <a:r>
              <a:t>- Subtitle: A Comprehensive Grocery Management and Billing Solution</a:t>
            </a:r>
          </a:p>
          <a:p>
            <a:pPr>
              <a:defRPr sz="1800">
                <a:solidFill>
                  <a:srgbClr val="C8C8C8"/>
                </a:solidFill>
              </a:defRPr>
            </a:pPr>
            <a:r>
              <a:t>- Tagline: "Streamlining Local Grocery Operations with Flutter"</a:t>
            </a:r>
          </a:p>
          <a:p>
            <a:pPr>
              <a:defRPr sz="1800">
                <a:solidFill>
                  <a:srgbClr val="C8C8C8"/>
                </a:solidFill>
              </a:defRPr>
            </a:pPr>
            <a:r>
              <a:t>- Concept: A production-ready mobile application for efficient inventory management and instant billing.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3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3B82F6"/>
                </a:solidFill>
              </a:defRPr>
            </a:pPr>
            <a:r>
              <a:t>Project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What is AVS Billing App?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A cross-platform mobile application (Android/iOS) built with Flutter.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Designed specifically for small to medium-sized grocery stores.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Replaces manual billing with a digital, high-speed solution.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Mission: To provide shop owners with a powerful, offline-first tool for managing products and generating professional receipts.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3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3B82F6"/>
                </a:solidFill>
              </a:defRPr>
            </a:pPr>
            <a:r>
              <a:t>Key Features &amp; Functionalities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Smart Billing System: Real-time cart updates with automatic 5% GST calculation.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Inventory Management (CRUD): Full control to add, edit, and delete products with unit and category management.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Thermal Printer Integration: Direct and API-based printing using ESC/POS formatting.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Offline-First Capability: Local data persistence using SharedPreferences ensures the shop stays operational without internet.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Product Catalog: Pre-loaded with 50+ common grocery items across categories like Vegetables, Fruits, Dhall, and Groceries.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3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3B82F6"/>
                </a:solidFill>
              </a:defRPr>
            </a:pPr>
            <a:r>
              <a:t>Market Need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Digital Transformation for Local Shops: Helping traditional "Kirana" stores modernize their billing process.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Operational Efficiency: Reduces waiting time at the counter with quick search and category filters.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Accuracy in Accounting: Eliminates manual calculation errors by automating taxes and totals.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Professionalism: Provides customers with clear, formatted thermal receipts, building trust and brand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3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3B82F6"/>
                </a:solidFill>
              </a:defRPr>
            </a:pPr>
            <a:r>
              <a:t>Project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Frontend Framework: Flutter (Dart) utilizing Material Design 3 for a modern, responsive user interface.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State Management: Riverpod (StateNotifier pattern) for robust, reactive, and predictable application state.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Local Persistence: SharedPreferences for storing operator sessions and inventory data locally.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Backend Services: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Node.js/Express API: Acts as a bridge for thermal printer communication.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Firebase: Integrated for Authentication and Cloud Firestore (scalable for multi-location sync).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Communication: RESTful API calls (HTTP) and direct TCP/IP socket connections for printer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3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3B82F6"/>
                </a:solidFill>
              </a:defRPr>
            </a:pPr>
            <a:r>
              <a:t>Workflow: User to Receipt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1. Operator Interaction: The operator logs in and selects items from the Product Catalog in the Billing Screen.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2. Reactive Logic: Riverpod providers calculate the subtotal, GST, and grand total instantly as items are added/removed.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3. Persistence: Any changes to the inventory (Admin Screen) are immediately saved to local SharedPreferences.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4. Print Command: Tapping "Print Bill" packages the cart data into a JSON Bill model.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5. API Transmission: The app sends a POST request to the local Node.js printing service.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6. Hardware Output: The Node.js service (or direct socket) sends ESC/POS commands to the Thermal Printer.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3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3B82F6"/>
                </a:solidFill>
              </a:defRPr>
            </a:pPr>
            <a:r>
              <a:t>Data Flow and State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Local-First Strategy: All inventory data is fetched from local storage on startup for zero-latency performance.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Search &amp; Filter Flow: User Input -&gt; ProductsProvider -&gt; Filtered Stream -&gt; UI Update (Reactive Grid).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Printer Bridge: Flutter App (JSON) -&gt; Node.js Backend (ESC/POS) -&gt; Hardware (Physical Receipt).</a:t>
            </a:r>
          </a:p>
          <a:p>
            <a:pPr lvl="1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Future Cloud Sync: Firebase integration allows for background synchronization of local data to the cloud for multi-device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